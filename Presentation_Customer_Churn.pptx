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🎯 Prédiction du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2C3E50"/>
                </a:solidFill>
              </a:defRPr>
            </a:pPr>
            <a:r>
              <a:t>Projet End-to-End Machine Learning</a:t>
            </a:r>
            <a:br/>
            <a: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Vue d'Ensemble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📌 Objectif: Prédire quels clients vont arrêter leur abonnement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Dataset: 7,043 clients Telco avec 26% de taux de churn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🔍 Enjeu: La rétention coûte moins cher que l'acquisition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Approche: Pipeline ML end-to-end avec déploiement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🎁 Livrables: Modèle ML, API FastAPI, MLflow tracking,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Données et Caractéristiques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📁 Source: Kaggle - Telco Customer Churn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👥 Taille: 7,043 clients avec 26 features au départ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📈 Déséquilibre: 26% churn vs 74% non-churn (imbalancé)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🔍 Données manquantes: ~11 valeurs manquantes dans TotalCharges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Types de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Démographiques: Âge, genre, état relationnel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Services: Internet, téléphone, streaming,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Contrats: Type, durée, facturation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Analyse Exploratoire (EDA) - Résultats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✨ Facteurs les plus importants de churn: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1. Tenure &lt; 12 mois (clients nouveaux)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2. Contrats mois-à-mois (moins d'engagement)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3. Paiement par chèque électronique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4. Absence de contrat d'assistance technique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5. Services Internet Fiber Optic (problèmes de qualité?)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Distribution: Churn fortement corrélé avec la durée de contrat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Insight business: Cibler les nouveaux clients pour la rétention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Prétraitement et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🔧 Étapes appliquées: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1. Handling des valeurs manquantes (imputation par médiane)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2. Encoding des variables catégoriques (LabelEncoder)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3. Normalisation des features (StandardScaler)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✨ Features d'ingénierie créées: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tenure_group: Groupes de durée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avg_monthly_charge: Charge mensuelle moyenne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service_count: Nombre de services souscrits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📋 Split: 80/20 en train/test avec stratification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Modèles Entraînés et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🤖 Modèles testés: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Logistic Regression (baseline)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Random Forest (ensemble)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XGBoost (winner) 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Résultats comparatifs (AUC-ROC):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Logistic Regression: 0.84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Random Forest: 0.87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XGBoost: 0.89 ← MEILLEUR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Métrique retenue: AUC-ROC (meilleure discrimination)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📈 Recall: 61% (capture majorité des churners)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Choix du Meilleur Modèle: XGBoost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AUC-ROC = 0.89 (meilleure discrimination client/non-client)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Recall = 61% vs Precision = 70% (éq. équilibré)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F1-Score meilleur que Logistic Regression et Random Forest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Gestion naturelle du déséquilibre des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Un erreur coûtant cher = rater un client qui va partir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Décision business: La rétention est plus importante 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la sur-ciblage (Recall &gt; Precision)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Feature Importance (XGBoost)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🔝 Top 5 factors d'importance: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1. tenure - Durée du contrat (très important!)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2. Contract - Type de contrat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3. MonthlyCharges - Frais mensuels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4. TechSupport - Support technique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5. InternetService - Type de service Internet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Implication: Les variables d'engagement client sont clés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Action: Investir dans support et contrats plus longs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📦 Structure du projet: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src/data/ - Chargement et preprocessing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src/features/ - Feature engineering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src/models/ - Entraînement et évaluation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src/visualization/ - Plots et analyses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🔄 Pipeline ML: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Data → Preprocessing → Feature Engineering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→ Training → Evaluation →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API FastAPI et Déploiement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⚡ FastAPI - Framework web haute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📡 Endpoints exposés: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POST /predict - Prédiction pour un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GET /health - Vérification de santé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Input: Données client en JSON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📤 Output: Probabilité de churn + niveau de risque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🔗 Documentation: Swagger UI sur http://localhost:8000/docs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Tests: Suite complète de tests unitaires incluse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MLflow - Experiment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📊 MLflow pour versioning et tracking automatique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📝 Chaque entraînement enregistre: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Hyperparamètres (learning_rate, max_depth,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Métriques (AUC, Precision, Recall, F1)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Artifacts (modèles, scalers, évaluations)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🔄 Comparaison facile entre expériences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📦 Model Registry pour versioning des modèles deployés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Reproducibilité: Chaque run est traçable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Containerisation avec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🐳 Docker Compose pour déploiement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📦 Services containerisés: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API FastAPI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MLflow Server (tracking + model registry)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🚀 One-command deployment: docker-compose 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🔗 Portabilité: Même environment sur n'importe quel serveur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📝 docker-compose.yml configurable pour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Isolation des dépendances et versions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Résultats et Impact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Modèle capable de prédire 61% des churners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💰 Impact potentiel: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Identifier clients à risque avant départ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Personnaliser offres de rétention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• Réduire coût d'acquisition 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📈 ROI: Coûts de rétention &lt;&lt; Coûts de réacquisition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🔄 Amélioration continue: Données de rétention →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↺ Entraînement de modèles plus performants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Points Forts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Approche complète: Data → ML →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Modèle performant: AUC-ROC 0.89 vs 0.84 baseline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API documentée avec Swagger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Tests automatisés pour robustesse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Tracking expériences avec MLflow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Containerisation Docker pour déploiement simple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Code modulaire et réutilisable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Documentation complète (README, GUIDE_DEMO)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80B9"/>
                </a:solidFill>
              </a:defRPr>
            </a:pPr>
            <a:r>
              <a:t>Perspectives d'Améliorations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🔮 Améliorations possibles: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1. Ajouter features temporelles (saisonnalité)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2. Ensemble methods pour meilleure robustesse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3. Feature engineering plus profond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4. Monitoring et alert en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5. A/B testing des stratégies de rétention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6. Explainability (SHAP) pour iterpétabilité du modèle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7. Réentraînement automatique avec nouvelles données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Merci!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2C3E50"/>
                </a:solidFill>
              </a:defRPr>
            </a:pPr>
            <a:r>
              <a:t>Questions &amp; Discussions</a:t>
            </a:r>
            <a:br/>
            <a:br/>
            <a:r>
              <a:t>github.com/GHASSEN-ABASSI/Customer_Churn_Project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